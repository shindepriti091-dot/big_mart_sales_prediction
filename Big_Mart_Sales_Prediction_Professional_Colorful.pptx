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6840" y="164592"/>
            <a:ext cx="3184855" cy="6190488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914400"/>
            <a:ext cx="1005840" cy="1005840"/>
          </a:xfrm>
          <a:prstGeom prst="ellipse">
            <a:avLst/>
          </a:prstGeom>
          <a:solidFill>
            <a:srgbClr val="18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0" y="1828800"/>
            <a:ext cx="594360" cy="594360"/>
          </a:xfrm>
          <a:prstGeom prst="ellipse">
            <a:avLst/>
          </a:prstGeom>
          <a:solidFill>
            <a:srgbClr val="EF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2743200"/>
            <a:ext cx="1645920" cy="1645920"/>
          </a:xfrm>
          <a:prstGeom prst="ellipse">
            <a:avLst/>
          </a:prstGeom>
          <a:solidFill>
            <a:srgbClr val="45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4389120"/>
            <a:ext cx="1143000" cy="1143000"/>
          </a:xfrm>
          <a:prstGeom prst="ellipse">
            <a:avLst/>
          </a:prstGeom>
          <a:solidFill>
            <a:srgbClr val="18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9601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89791"/>
                </a:solidFill>
                <a:latin typeface="Aptos"/>
              </a:defRPr>
            </a:pPr>
            <a:r>
              <a:t>BIG 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7680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Sales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DCE6F2"/>
                </a:solidFill>
                <a:latin typeface="Aptos"/>
              </a:defRPr>
            </a:pPr>
            <a:r>
              <a:t>Machine Learning Regression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2057400" cy="54864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5661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Python  •  Pandas  •  Scikit-learn  •  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8064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2DCEB"/>
                </a:solidFill>
                <a:latin typeface="Aptos"/>
              </a:defRPr>
            </a:pPr>
            <a:r>
              <a:t>Professional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4160520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Big Mart Sales Prediction is a machine learning project for estimating item-level outlet sales.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The model uses product attributes and outlet characteristics as input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035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73152" cy="416052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92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The notebook is implemented in Python and can be executed in Google Colab.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416052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Retail stores need reliable sales estimates for products across different outlets.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Sales depend on product characteristics, price, visibility and outlet-related factors.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035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73152" cy="4160520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92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A regression model can learn relationships in historical sales data and estimate future/item-level sales.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4160520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Load and understand the Big Mart sales dataset.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Clean and preprocess the data.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Handle missing values and encode categorical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035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73152" cy="416052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92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Train an XGBoost regression model.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Evaluate the model using regression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057400" cy="1325880"/>
          </a:xfrm>
          <a:prstGeom prst="roundRect">
            <a:avLst>
              <a:gd name="adj" fmla="val 8000"/>
            </a:avLst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56232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A68B4"/>
                </a:solidFill>
                <a:latin typeface="Aptos"/>
              </a:defRPr>
            </a:pPr>
            <a:r>
              <a:t>8,523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4144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97A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691640"/>
            <a:ext cx="2057400" cy="1325880"/>
          </a:xfrm>
          <a:prstGeom prst="roundRect">
            <a:avLst>
              <a:gd name="adj" fmla="val 8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856232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897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44144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97A"/>
                </a:solidFill>
                <a:latin typeface="Aptos"/>
              </a:defRPr>
            </a:pPr>
            <a:r>
              <a:t>Input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691640"/>
            <a:ext cx="2057400" cy="132588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856232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EF8F3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2" y="244144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97A"/>
                </a:solidFill>
                <a:latin typeface="Aptos"/>
              </a:defRPr>
            </a:pPr>
            <a:r>
              <a:t>Target variable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108356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337560"/>
            <a:ext cx="73152" cy="2331720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10424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The notebook works with 8,523 records from the Big Mart sales training dataset.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Target variable: Item_Outlet_Sales.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Important features include Item_Weight, Item_Fat_Content, Item_Visibility, Item_Type, Item_MRP, Outlet_Size, Outlet_Location_Type and Outlet_Type.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The notebook reads the dataset from /content/Train.csv in Google Colab.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416052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Missing Item_Weight values: 1,463; these are filled using the mean.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Missing Outlet_Size values: 2,410; these are filled using mode values based on Outlet_Type.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035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73152" cy="4160520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92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Missing-value checks are performed after preprocessing.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Categorical variables are converted to numerical values using LabelEncoder.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5623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A68B4"/>
                </a:solidFill>
                <a:latin typeface="Aptos"/>
              </a:defRPr>
            </a:pPr>
            <a:r>
              <a:t>2,181.29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41448"/>
            <a:ext cx="19568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97A"/>
                </a:solidFill>
                <a:latin typeface="Aptos"/>
              </a:defRPr>
            </a:pPr>
            <a:r>
              <a:t>Mean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9164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5623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89791"/>
                </a:solidFill>
                <a:latin typeface="Aptos"/>
              </a:defRPr>
            </a:pPr>
            <a:r>
              <a:t>33.29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2441448"/>
            <a:ext cx="19568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97A"/>
                </a:solidFill>
                <a:latin typeface="Aptos"/>
              </a:defRPr>
            </a:pPr>
            <a:r>
              <a:t>Minimum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69164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85623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EF8F3D"/>
                </a:solidFill>
                <a:latin typeface="Aptos"/>
              </a:defRPr>
            </a:pPr>
            <a:r>
              <a:t>13,086.96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2441448"/>
            <a:ext cx="19568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97A"/>
                </a:solidFill>
                <a:latin typeface="Aptos"/>
              </a:defRPr>
            </a:pPr>
            <a:r>
              <a:t>Maximum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91640"/>
            <a:ext cx="329184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73152" cy="3520440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856232"/>
            <a:ext cx="28803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Pandas is used for data inspection and descriptive statistics.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Matplotlib and Seaborn are used for visualization.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Mean Item_Outlet_Sales in the notebook: 2,181.29.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Sales range in the notebook: 33.29 to 13,086.96.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101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2A4A"/>
                </a:solidFill>
                <a:latin typeface="Aptos"/>
              </a:defRPr>
            </a:pPr>
            <a:r>
              <a:t>EDA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1304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6303D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42816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88536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6303D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18304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64024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6303D"/>
                </a:solidFill>
                <a:latin typeface="Aptos"/>
              </a:defRPr>
            </a:pPr>
            <a:r>
              <a:t>Seaborn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Machine Learning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4160520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Separate the target variable Item_Outlet_Sales from the input features.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Encode categorical variables into numerical representations.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Split the prepared dataset into training and testing 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035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73152" cy="416052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92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Train an XGBRegressor model.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Use sklearn metrics for regression evaluation.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Algorithm /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57400"/>
            <a:ext cx="1371600" cy="1234440"/>
          </a:xfrm>
          <a:prstGeom prst="roundRect">
            <a:avLst>
              <a:gd name="adj" fmla="val 8000"/>
            </a:avLst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7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496312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2A4A"/>
                </a:solidFill>
                <a:latin typeface="Aptos"/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249631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8F3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2057400"/>
            <a:ext cx="1371600" cy="1234440"/>
          </a:xfrm>
          <a:prstGeom prst="roundRect">
            <a:avLst>
              <a:gd name="adj" fmla="val 8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7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496312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2A4A"/>
                </a:solidFill>
                <a:latin typeface="Aptos"/>
              </a:defRPr>
            </a:pPr>
            <a:r>
              <a:t>Data</a:t>
            </a:r>
            <a:br/>
            <a:r>
              <a:t>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49631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8F3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9896" y="2057400"/>
            <a:ext cx="1371600" cy="123444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5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7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2496312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2A4A"/>
                </a:solidFill>
                <a:latin typeface="Aptos"/>
              </a:defRPr>
            </a:pPr>
            <a:r>
              <a:t>Missing Value</a:t>
            </a:r>
            <a:br/>
            <a:r>
              <a:t>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3" y="249631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8F3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4104" y="2057400"/>
            <a:ext cx="1371600" cy="1234440"/>
          </a:xfrm>
          <a:prstGeom prst="roundRect">
            <a:avLst>
              <a:gd name="adj" fmla="val 8000"/>
            </a:avLst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95544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7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2496312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2A4A"/>
                </a:solidFill>
                <a:latin typeface="Aptos"/>
              </a:defRPr>
            </a:pPr>
            <a:r>
              <a:t>EDA +</a:t>
            </a:r>
            <a:br/>
            <a:r>
              <a:t>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249631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8F3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68312" y="2057400"/>
            <a:ext cx="1371600" cy="1234440"/>
          </a:xfrm>
          <a:prstGeom prst="roundRect">
            <a:avLst>
              <a:gd name="adj" fmla="val 8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7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496312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2A4A"/>
                </a:solidFill>
                <a:latin typeface="Aptos"/>
              </a:defRPr>
            </a:pPr>
            <a:r>
              <a:t>Train / Test</a:t>
            </a:r>
            <a:br/>
            <a:r>
              <a:t>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49631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8F3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19" y="2057400"/>
            <a:ext cx="1371600" cy="123444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59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7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7" y="2496312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2A4A"/>
                </a:solidFill>
                <a:latin typeface="Aptos"/>
              </a:defRPr>
            </a:pPr>
            <a:r>
              <a:t>XGBoost</a:t>
            </a:r>
            <a:br/>
            <a:r>
              <a:t>Regression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22407" y="249631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8F3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96728" y="2057400"/>
            <a:ext cx="1371600" cy="1234440"/>
          </a:xfrm>
          <a:prstGeom prst="roundRect">
            <a:avLst>
              <a:gd name="adj" fmla="val 8000"/>
            </a:avLst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88167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79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6455" y="2496312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2A4A"/>
                </a:solidFill>
                <a:latin typeface="Aptos"/>
              </a:defRPr>
            </a:pPr>
            <a:r>
              <a:t>Evaluation +</a:t>
            </a:r>
            <a:br/>
            <a:r>
              <a:t>Prediction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977639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5B697A"/>
                </a:solidFill>
                <a:latin typeface="Aptos"/>
              </a:defRPr>
            </a:pPr>
            <a:r>
              <a:t>End-to-end machine learning workflow used in the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" cy="1325880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42A4A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91440" cy="132588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14884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42A4A"/>
                </a:solidFill>
                <a:latin typeface="Aptos"/>
              </a:defRPr>
            </a:pPr>
            <a:r>
              <a:t>NumPy + 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737360"/>
            <a:ext cx="91440" cy="1325880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4884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42A4A"/>
                </a:solidFill>
                <a:latin typeface="Aptos"/>
              </a:defRPr>
            </a:pPr>
            <a:r>
              <a:t>Matplotlib + Seaborn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91440" cy="1325880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39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42A4A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3566160"/>
            <a:ext cx="91440" cy="132588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3977639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42A4A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56616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3566160"/>
            <a:ext cx="91440" cy="1325880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77639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42A4A"/>
                </a:solidFill>
                <a:latin typeface="Aptos"/>
              </a:defRPr>
            </a:pPr>
            <a:r>
              <a:t>Google Colab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Results &amp;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4160520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The notebook successfully preprocesses the dataset and removes the reported missing values.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The data contains both numerical and categorical attributes.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035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73152" cy="416052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92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XGBoost is used as the final regression algorithm in the notebook.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The notebook evaluates the trained regression model using scikit-learn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416052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The project demonstrates an end-to-end machine learning workflow for retail sales prediction.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Data preprocessing and categorical encoding prepare the Big Mart data for modelling.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035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73152" cy="4160520"/>
          </a:xfrm>
          <a:prstGeom prst="rect">
            <a:avLst/>
          </a:prstGeom>
          <a:solidFill>
            <a:srgbClr val="2A68B4"/>
          </a:solidFill>
          <a:ln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92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The XGBoost regression approach can be used to estimate Item_Outlet_Sales from item and outlet characteristics.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2A4A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60120" cy="50292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4160520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Compare XGBoost with additional regression algorithms.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Perform systematic hyperparameter tuning.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Add a user interface for entering item and outlet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035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73152" cy="4160520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92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Deploy the trained model as a web or cloud application.</a:t>
            </a:r>
          </a:p>
          <a:p>
            <a:pPr>
              <a:spcAft>
                <a:spcPts val="10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Monitor model performance when new sales data becomes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9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791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F8F3D"/>
          </a:solidFill>
          <a:ln>
            <a:solidFill>
              <a:srgbClr val="EF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DCE6F2"/>
                </a:solidFill>
                <a:latin typeface="Aptos"/>
              </a:defRPr>
            </a:pPr>
            <a:r>
              <a:t>Big Mart Sales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10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9791"/>
                </a:solidFill>
                <a:latin typeface="Aptos"/>
              </a:defRPr>
            </a:pPr>
            <a:r>
              <a:t>Machine Learning Regression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